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FCF2-4647-8E63-2AEC-8A43B292C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B12E4-2536-B126-0047-4BD4BC757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02386-B83D-D06B-39CA-3374B1066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92052-EBE7-FBD5-6B1D-6F7D7F62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EA30F-87D0-1396-BBC1-D868150F9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4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4478-F4D1-443D-9077-07D779C3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10006-99DD-3683-763D-EA9A6ACF9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10A6C-4B21-4F8F-255A-C8F897544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5B051-DE89-981D-E8E9-0295FC0D6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D99BB-43AA-F926-7316-7AAE2AE4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45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30E65-DDAB-E23E-AA4D-B55424D1B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DD588-112D-6D60-5974-AAE823E7D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F3093-DD3E-2B55-A473-2615BF9D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0D76C-F636-995D-A9F2-E746DD842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8B10C-8363-B74E-C425-FD3F8E3B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7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4193-24F0-1694-3688-698C5A57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E373D-617E-E68E-25B6-EDD8BD266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0ACC1-5E34-E3C8-C2F2-294653B07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02C96-8F60-019B-A28C-2143DA38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DDCFC-002C-2157-1816-7EA4D8A4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8CD55-4671-7E55-0549-5D0BF3D9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21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F3D9-4D83-F315-1921-F7C4DAD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B79C9-B384-B10F-F852-30140F345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38F1B-8DA7-F692-BB98-089D8F4D1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116D36-C8B1-5F2D-6552-D96AAE43B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702F1-FD5A-0ADF-13DC-1BD91017B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3F65C-896C-27AA-3C11-CF87BCD2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C862EE-05ED-0F95-13B6-5F7B4E61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6ED0CA-9DA7-143F-849F-EE92F43E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7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EA0E-0A90-6C20-8F31-6A900EDE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71511-2D0E-0817-44D4-2C7304E1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CE0EC-1543-287C-22DE-5C3A73E3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A4155-1060-7D34-5539-C6AC0D34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85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B2982-46C8-BE9C-8B08-3BED8932A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0FB76-ABD3-E89E-6683-0681A146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F71C5-E94B-F4FE-C864-DE029270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06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9F7E-0B4B-89C5-1107-5A341B306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175B5-00FD-D766-1DBC-3781CD968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8F4E1-3932-CAD2-9C1F-8A7C32EFC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91EF6-9089-D946-27BB-71B75E1F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10B52-D1E8-92C9-6B3A-62712943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318FB-BCB7-57E2-7C67-5E3F7B3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7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B438-CBB9-97A0-73CE-BC1E46762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0AD0B-F6A9-DE67-1062-8B8C3B47E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41AD6-E21F-64F2-F25C-1F6A782D6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44A03-4526-7995-D9C9-1126C359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AFE19-5A1D-3B50-B6EB-79C40E8E4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CC832-4D79-B8F9-0F45-AE8EC4DB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9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83A2-F01C-7CFF-E11F-BC98BAF3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303AB-D9BD-8B8A-EC5C-86BAD47E2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44D4F-AF52-DA0F-8F55-F7B12C68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15567-C319-4871-C893-3FE7BD7B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A8F20-94D0-12B7-5CFE-40CE217A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0B28E-0290-3963-567A-EE56FA6CA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9613B-8BF6-66A4-AD67-246554E7E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9E782-1A6A-6EA4-85A6-F7AA066C4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A4091-4D4E-8BA0-8A00-A47A9AB2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8EBE6-B64C-A2DF-6842-FAC37E94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45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D01F3C-9C66-E5C9-5A32-6C7A9A75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B6144-71BC-A704-6BA4-27970AA96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8DB85-5B79-2FF2-F84E-6F668F61C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0AF22-B579-CA40-ABF3-8DE90099B3C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7D6EB-D85D-FECD-A94D-4B58030D8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A034F-7F56-4556-683B-75DA32725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259D9-427B-824E-839A-0058A211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7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44BC431-B5A6-3577-A56B-CD3AE5C67888}"/>
              </a:ext>
            </a:extLst>
          </p:cNvPr>
          <p:cNvGrpSpPr/>
          <p:nvPr/>
        </p:nvGrpSpPr>
        <p:grpSpPr>
          <a:xfrm>
            <a:off x="2209800" y="1097280"/>
            <a:ext cx="7772400" cy="4848106"/>
            <a:chOff x="2209800" y="1097280"/>
            <a:chExt cx="7772400" cy="484810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82B67E-2E15-78CF-B7F7-7351428B6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097280"/>
              <a:ext cx="7772400" cy="466344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B80D17-DB38-F1CB-7BDC-DC81234A3707}"/>
                </a:ext>
              </a:extLst>
            </p:cNvPr>
            <p:cNvSpPr/>
            <p:nvPr/>
          </p:nvSpPr>
          <p:spPr>
            <a:xfrm>
              <a:off x="3742660" y="5513294"/>
              <a:ext cx="1703399" cy="2240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233A11-2CFD-EEA9-B528-F4380DF0B5B3}"/>
                </a:ext>
              </a:extLst>
            </p:cNvPr>
            <p:cNvSpPr/>
            <p:nvPr/>
          </p:nvSpPr>
          <p:spPr>
            <a:xfrm>
              <a:off x="7336466" y="5489902"/>
              <a:ext cx="1494292" cy="2708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B66CFFC-22B9-7BC0-794F-7594A562C777}"/>
                </a:ext>
              </a:extLst>
            </p:cNvPr>
            <p:cNvSpPr txBox="1"/>
            <p:nvPr/>
          </p:nvSpPr>
          <p:spPr>
            <a:xfrm>
              <a:off x="3820750" y="5552662"/>
              <a:ext cx="1547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Albemarle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62C6F2-DD3A-138B-3C7F-690592002ECD}"/>
                </a:ext>
              </a:extLst>
            </p:cNvPr>
            <p:cNvSpPr txBox="1"/>
            <p:nvPr/>
          </p:nvSpPr>
          <p:spPr>
            <a:xfrm>
              <a:off x="7582513" y="5576054"/>
              <a:ext cx="1002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SQM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233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6F0188-18C2-9BF3-182C-FAA130222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0" y="1466850"/>
            <a:ext cx="68326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68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FF134A-64F7-DD86-D095-9709D3CA12D1}"/>
              </a:ext>
            </a:extLst>
          </p:cNvPr>
          <p:cNvSpPr txBox="1"/>
          <p:nvPr/>
        </p:nvSpPr>
        <p:spPr>
          <a:xfrm>
            <a:off x="3049121" y="1997839"/>
            <a:ext cx="60982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--- Test </a:t>
            </a:r>
            <a:r>
              <a:rPr lang="en-US" dirty="0" err="1"/>
              <a:t>pareado</a:t>
            </a:r>
            <a:r>
              <a:rPr lang="en-US" dirty="0"/>
              <a:t> (Albemarle vs SQM,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pozo</a:t>
            </a:r>
            <a:r>
              <a:rPr lang="en-US" dirty="0"/>
              <a:t>) ---</a:t>
            </a:r>
          </a:p>
          <a:p>
            <a:r>
              <a:rPr lang="en-US" dirty="0"/>
              <a:t>  Mediana </a:t>
            </a:r>
            <a:r>
              <a:rPr lang="en-US" dirty="0" err="1"/>
              <a:t>efecto</a:t>
            </a:r>
            <a:r>
              <a:rPr lang="en-US" dirty="0"/>
              <a:t> sin Albemarle: 0.0248 m  |  Mediana </a:t>
            </a:r>
            <a:r>
              <a:rPr lang="en-US" dirty="0" err="1"/>
              <a:t>efecto</a:t>
            </a:r>
            <a:r>
              <a:rPr lang="en-US" dirty="0"/>
              <a:t> sin SQM: 0.0188 m</a:t>
            </a:r>
          </a:p>
          <a:p>
            <a:r>
              <a:rPr lang="en-US" dirty="0"/>
              <a:t>  Media   </a:t>
            </a:r>
            <a:r>
              <a:rPr lang="en-US" dirty="0" err="1"/>
              <a:t>efecto</a:t>
            </a:r>
            <a:r>
              <a:rPr lang="en-US" dirty="0"/>
              <a:t> sin Albemarle: 0.0572 m  |  Media   </a:t>
            </a:r>
            <a:r>
              <a:rPr lang="en-US" dirty="0" err="1"/>
              <a:t>efecto</a:t>
            </a:r>
            <a:r>
              <a:rPr lang="en-US" dirty="0"/>
              <a:t> sin SQM: 0.0162 m</a:t>
            </a:r>
          </a:p>
          <a:p>
            <a:r>
              <a:rPr lang="en-US" dirty="0"/>
              <a:t>  Wilcoxon signed-rank (two-sided): </a:t>
            </a:r>
            <a:r>
              <a:rPr lang="en-US" dirty="0" err="1"/>
              <a:t>estadístico</a:t>
            </a:r>
            <a:r>
              <a:rPr lang="en-US" dirty="0"/>
              <a:t> = 974.000, p = 0.6589</a:t>
            </a:r>
          </a:p>
          <a:p>
            <a:r>
              <a:rPr lang="en-US" dirty="0"/>
              <a:t>  t-test </a:t>
            </a:r>
            <a:r>
              <a:rPr lang="en-US" dirty="0" err="1"/>
              <a:t>pareado</a:t>
            </a:r>
            <a:r>
              <a:rPr lang="en-US" dirty="0"/>
              <a:t> (two-sided): t = 0.606, p = 0.5468</a:t>
            </a:r>
          </a:p>
          <a:p>
            <a:r>
              <a:rPr lang="en-US" dirty="0"/>
              <a:t>  </a:t>
            </a:r>
            <a:r>
              <a:rPr lang="en-US" dirty="0" err="1"/>
              <a:t>Conclusión</a:t>
            </a:r>
            <a:r>
              <a:rPr lang="en-US" dirty="0"/>
              <a:t>: no hay </a:t>
            </a:r>
            <a:r>
              <a:rPr lang="en-US" dirty="0" err="1"/>
              <a:t>diferencia</a:t>
            </a:r>
            <a:r>
              <a:rPr lang="en-US" dirty="0"/>
              <a:t> </a:t>
            </a:r>
            <a:r>
              <a:rPr lang="en-US" dirty="0" err="1"/>
              <a:t>significativa</a:t>
            </a:r>
            <a:r>
              <a:rPr lang="en-US" dirty="0"/>
              <a:t> entre ambos </a:t>
            </a:r>
            <a:r>
              <a:rPr lang="en-US" dirty="0" err="1"/>
              <a:t>efectos</a:t>
            </a:r>
            <a:r>
              <a:rPr lang="en-US" dirty="0"/>
              <a:t> (p &gt;= 0.05).</a:t>
            </a:r>
          </a:p>
        </p:txBody>
      </p:sp>
    </p:spTree>
    <p:extLst>
      <p:ext uri="{BB962C8B-B14F-4D97-AF65-F5344CB8AC3E}">
        <p14:creationId xmlns:p14="http://schemas.microsoft.com/office/powerpoint/2010/main" val="399397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90</Words>
  <Application>Microsoft Macintosh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Claudio Vergara Saez</dc:creator>
  <cp:lastModifiedBy>Claudio Vergara Saez</cp:lastModifiedBy>
  <cp:revision>1</cp:revision>
  <dcterms:created xsi:type="dcterms:W3CDTF">2026-02-06T01:10:18Z</dcterms:created>
  <dcterms:modified xsi:type="dcterms:W3CDTF">2026-02-06T02:09:33Z</dcterms:modified>
</cp:coreProperties>
</file>